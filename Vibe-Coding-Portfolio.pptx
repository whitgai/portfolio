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VIBE-CODING PORTFOLIO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77240" y="141732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 Gerrity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2514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systems on the Claude stack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thesis: 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D9E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extracts; tested code decides. Anything that must be exact lives in Python with a test suite — not in a prompt.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MCP servers  ·  53 tests passing  ·  4 backlog items shipped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pattern under both projects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part that must be correct out of the model's head and into a tool.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303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B29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20240"/>
            <a:ext cx="109728" cy="26974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1945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extracts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05840" y="288036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transcript, the Slack message, the messy input — and pulls out structure: skills, intent, what happened in the rally.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920240"/>
            <a:ext cx="530352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B29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09360" y="1920240"/>
            <a:ext cx="109728" cy="2697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21945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decides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675120" y="2880360"/>
            <a:ext cx="4663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Python computes the score, applies the rules, maps the CRM field. Deterministic, explainable, defensible in a room.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" y="4983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no black boxes. Every output can be traced to a test.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Recruit Ops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recruiting desk on the Claude stack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514600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· Teams · Claude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27248" y="1920240"/>
            <a:ext cx="329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429000" y="1783080"/>
            <a:ext cx="2514600" cy="10515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3429000" y="19659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429000" y="23317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+ MCP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16168" y="1920240"/>
            <a:ext cx="329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217920" y="1783080"/>
            <a:ext cx="2514600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9659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17920" y="23317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Bullhorn · Salesforce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705088" y="1920240"/>
            <a:ext cx="329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006840" y="1783080"/>
            <a:ext cx="2514600" cy="105156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9006840" y="19659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06840" y="233172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AF6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hub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154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slate the client actually touches — every score carries a rationale: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61188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6309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Dana Whitfield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 strong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 required skills · senior · remote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Lena Kowalski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 strong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 skills · seniority adjacent (lead)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Sofia Marchetti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 strong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4/4 skills · hybrid vs remote (workable)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Devin Park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 possible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430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2/4 required · missing k8s, terraform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select → writes back via recruit_set_candidate_status. One MCP server drives it all.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CourtVision Rules MCP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58368" y="1051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Pickleball scoring as callable tools — so an LLM never improvises a call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7 rallies (W W L W L L W), four rule sets, four correct calls: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148840"/>
          <a:ext cx="106070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331720"/>
                <a:gridCol w="2331720"/>
                <a:gridCol w="2331720"/>
                <a:gridCol w="2331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Rally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Doubles · side-out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Singles · side-out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Doubles · rally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Singles · rally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0 0 2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1 0 2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2 0 2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0 2 1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1 2 1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1 2 2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2 1 1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3 1 1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4 3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4302E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4 3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9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F6E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Side-out credits only the server (3 1 1 / 2 2). Rally credits every point (4 3). One engine · 26 unit tests.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43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Proof, not promises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B29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6916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53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29000" y="146304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B29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6916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352044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B29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6916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630936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items shipped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06840" y="146304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9F0"/>
            </a:solidFill>
            <a:prstDash val="solid"/>
          </a:ln>
          <a:effectLst>
            <a:outerShdw sx="100000" sy="100000" kx="0" ky="0" algn="bl" rotWithShape="0" blurRad="114300" dist="38100" dir="8100000">
              <a:srgbClr val="0B2B29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06840" y="16916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200" dirty="0"/>
          </a:p>
        </p:txBody>
      </p:sp>
      <p:sp>
        <p:nvSpPr>
          <p:cNvPr id="14" name="Text 12"/>
          <p:cNvSpPr/>
          <p:nvPr/>
        </p:nvSpPr>
        <p:spPr>
          <a:xfrm>
            <a:off x="9098280" y="26974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boxes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was built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lnSpc>
                <a:spcPct val="130000"/>
              </a:lnSpc>
              <a:buSzPct val="100000"/>
              <a:buChar char="•"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4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engines, CRM repository, and webhook (real code, real tests).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Design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4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candidate-selection hub, data-driven from the live matcher.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in Chrome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43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publish + OAuth steps, done with a human in the loop.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B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94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with Claude.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first. Ship the exact part in tested code. Let the model orchestrate.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41248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whitlgerrity@icloud.com</a:t>
            </a:r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·      github.com/whitneygerrity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41248" y="6126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9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only — no former-employer IP.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Vibe-Coding Portfolio</dc:title>
  <dc:subject>PptxGenJS Presentation</dc:subject>
  <dc:creator>Whit Gerrity</dc:creator>
  <cp:lastModifiedBy>Whit Gerrity</cp:lastModifiedBy>
  <cp:revision>1</cp:revision>
  <dcterms:created xsi:type="dcterms:W3CDTF">2026-06-06T23:00:57Z</dcterms:created>
  <dcterms:modified xsi:type="dcterms:W3CDTF">2026-06-06T23:00:57Z</dcterms:modified>
</cp:coreProperties>
</file>